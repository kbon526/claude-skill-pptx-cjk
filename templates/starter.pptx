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 Light"/>
        <a:ea typeface="微软雅黑 Light"/>
        <a:cs typeface="微软雅黑 Light"/>
        <a:font script="Jpan" typeface="微软雅黑 Light"/>
        <a:font script="Hang" typeface="微软雅黑 Light"/>
        <a:font script="Hans" typeface="微软雅黑 Light"/>
        <a:font script="Hant" typeface="微软雅黑 Light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 Light"/>
        <a:ea typeface="微软雅黑 Light"/>
        <a:cs typeface="微软雅黑 Light"/>
        <a:font script="Jpan" typeface="微软雅黑 Light"/>
        <a:font script="Hang" typeface="微软雅黑 Light"/>
        <a:font script="Hans" typeface="微软雅黑 Light"/>
        <a:font script="Hant" typeface="微软雅黑 Light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